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DD3FC"/>
                </a:solidFill>
              </a:defRPr>
            </a:pPr>
            <a:r>
              <a:t>01 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000">
                <a:solidFill>
                  <a:srgbClr val="EBF1FA"/>
                </a:solidFill>
              </a:defRPr>
            </a:pPr>
            <a:r>
              <a:t>REACTOR — Interruptible Real-Time Voice Agent · Theme 05 · [College] · [Team members] · https://github.com/0xkhush/REACTOR · [Video link]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REACTOR  |  Theme 05  |  Evidence and limitations are reported honestly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DD3FC"/>
                </a:solidFill>
              </a:defRPr>
            </a:pPr>
            <a:r>
              <a:t>02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EBF1FA"/>
                </a:solidFill>
              </a:defRPr>
            </a:pPr>
            <a:r>
              <a:t>Users hesitate and correct themselves while an agent talks or uses tools. A stale search may return after the destination changes; repeating a booking or cart action can create a second side effect. A useful agent must speak promptly, act on current intent, and accurately report what happened.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REACTOR  |  Theme 05  |  Evidence and limitations are reported honestly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DD3FC"/>
                </a:solidFill>
              </a:defRPr>
            </a:pPr>
            <a:r>
              <a:t>03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EBF1FA"/>
                </a:solidFill>
              </a:defRPr>
            </a:pPr>
            <a:r>
              <a:t>LiveKit voice session → Gemini Live → session turn bridge → versioned intent and operation ledger → FDB-v3 mock tools or kitchen timers → actual-call trace and spoken result. The controller serializes writes, prevents duplicate logical actions, and withholds stale read results. A dispatched write remains recorded even if the user changes intent.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REACTOR  |  Theme 05  |  Evidence and limitations are reported honestly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DD3FC"/>
                </a:solidFill>
              </a:defRPr>
            </a:pPr>
            <a:r>
              <a:t>04  Benchmark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EBF1FA"/>
                </a:solidFill>
              </a:defRPr>
            </a:pPr>
            <a:r>
              <a:t>Full-Duplex-Bench v3: 100 recordings from 12 speakers across 79 scenarios and 12 tools. Pin upstream commit 3e799c45; preserve original mock results and tool-call telemetry. Report completed/failed/missing counts, strict tool pass rate, argument accuracy, and first-response latency. The organizer's semantic judge is not part of local ₹0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REACTOR  |  Theme 05  |  Evidence and limitations are reported honestly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DD3FC"/>
                </a:solidFill>
              </a:defRPr>
            </a:pPr>
            <a:r>
              <a:t>05  Measured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EBF1FA"/>
                </a:solidFill>
              </a:defRPr>
            </a:pPr>
            <a:r>
              <a:t>Local smoke evidence before the overnight run: expected tool selected for all three hand-picked recordings; exact arguments passed for two. One travel ISO date differs from the reference's natural-language date and is penalized by exact comparison; repeated finance audio was unreliable. Replace this slide with an actual full-run report only after the GPU job completes. Never report 2/3 as the benchmark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REACTOR  |  Theme 05  |  Evidence and limitations are reported honestly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DD3FC"/>
                </a:solidFill>
              </a:defRPr>
            </a:pPr>
            <a:r>
              <a:t>06  Extension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EBF1FA"/>
                </a:solidFill>
              </a:defRPr>
            </a:pPr>
            <a:r>
              <a:t>Hands-free kitchen timers: the timer backend and correction-aware controller work in offline tests. Live voice attempts have not yet completed the create-and-cancel workflow, so this slide must be updated with a real recording before claiming an end-to-end extension. The unresolved behavior is documented in the repo.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REACTOR  |  Theme 05  |  Evidence and limitations are reported honestly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DD3FC"/>
                </a:solidFill>
              </a:defRPr>
            </a:pPr>
            <a:r>
              <a:t>07  Reproduction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EBF1FA"/>
                </a:solidFill>
              </a:defRPr>
            </a:pPr>
            <a:r>
              <a:t>Python 3.12, LiveKit Agents 1.3.12, Gemini 2.5 Native Audio, original FDB-v3 mock tools, pinned upstream. scripts/setup_fdb.py and scripts/reproduce.py document setup. A full NVIDIA ASR + semantic judge path is not yet verified unless the overnight report proves it. Provider quotas and already-dispatched external writes limit cancellation guarantees.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REACTOR  |  Theme 05  |  Evidence and limitations are reported honestly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DD3FC"/>
                </a:solidFill>
              </a:defRPr>
            </a:pPr>
            <a:r>
              <a:t>08 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EBF1FA"/>
                </a:solidFill>
              </a:defRPr>
            </a:pPr>
            <a:r>
              <a:t>Improve correction grounding across live audio, validate longer tool chains, and compare against the unmodified upstream Gemini template on all recordings. Add a supported reversal tool only when the environment offers one. Include the full GitHub repo and recorded demo link.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REACTOR  |  Theme 05  |  Evidence and limitations are reported honestly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